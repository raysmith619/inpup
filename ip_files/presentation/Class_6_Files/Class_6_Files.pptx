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411" r:id="rId2"/>
    <p:sldId id="426" r:id="rId3"/>
    <p:sldId id="312" r:id="rId4"/>
    <p:sldId id="314" r:id="rId5"/>
    <p:sldId id="427" r:id="rId6"/>
    <p:sldId id="315" r:id="rId7"/>
    <p:sldId id="316" r:id="rId8"/>
    <p:sldId id="412" r:id="rId9"/>
    <p:sldId id="40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6" autoAdjust="0"/>
    <p:restoredTop sz="94646" autoAdjust="0"/>
  </p:normalViewPr>
  <p:slideViewPr>
    <p:cSldViewPr snapToGrid="0">
      <p:cViewPr varScale="1">
        <p:scale>
          <a:sx n="51" d="100"/>
          <a:sy n="51" d="100"/>
        </p:scale>
        <p:origin x="44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0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D2E9F-587F-4929-A615-D1B22C008AE4}" type="datetimeFigureOut">
              <a:rPr lang="en-US" smtClean="0"/>
              <a:t>5/25/2024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D4E80-AAF7-4841-B2F0-A647B649A6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08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4995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File, as a named group of bytes is an abstraction.</a:t>
            </a:r>
          </a:p>
          <a:p>
            <a:r>
              <a:rPr lang="en-US" dirty="0"/>
              <a:t>Now files are often "in the cloud"</a:t>
            </a:r>
          </a:p>
          <a:p>
            <a:r>
              <a:rPr lang="en-US" dirty="0"/>
              <a:t>Years ago the programmer needed to understand more about the structure.</a:t>
            </a:r>
          </a:p>
          <a:p>
            <a:r>
              <a:rPr lang="en-US" dirty="0"/>
              <a:t>Your Python program is a data file to the python language compiler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914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print adds a newline at the end by default.</a:t>
            </a:r>
          </a:p>
          <a:p>
            <a:r>
              <a:rPr lang="en-US" dirty="0"/>
              <a:t>To avoid this, use the end="" parameter to replace the default newline with "".</a:t>
            </a:r>
          </a:p>
          <a:p>
            <a:r>
              <a:rPr lang="en-US" dirty="0"/>
              <a:t>e.g.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9141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print adds a newline at the end by default.</a:t>
            </a:r>
          </a:p>
          <a:p>
            <a:r>
              <a:rPr lang="en-US" dirty="0"/>
              <a:t>To avoid this, use the end="" parameter to replace the default newline with "".</a:t>
            </a:r>
          </a:p>
          <a:p>
            <a:r>
              <a:rPr lang="en-US" dirty="0"/>
              <a:t>e.g.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7269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modes "r" –read, "w" – write, "a" - append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5727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Ambitious – from scratch</a:t>
            </a:r>
          </a:p>
          <a:p>
            <a:r>
              <a:rPr lang="en-US" dirty="0"/>
              <a:t>Less so – use our sample as visual guide</a:t>
            </a:r>
          </a:p>
          <a:p>
            <a:r>
              <a:rPr lang="en-US" dirty="0"/>
              <a:t>Less so – copy from exercises/files/ - modifying 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079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File, as a named group of bytes is an abstraction.</a:t>
            </a:r>
          </a:p>
          <a:p>
            <a:r>
              <a:rPr lang="en-US" dirty="0"/>
              <a:t>Years ago the programmer needed to understand more about the structure.</a:t>
            </a:r>
          </a:p>
          <a:p>
            <a:r>
              <a:rPr lang="en-US" dirty="0"/>
              <a:t>Your Python program is a data file to some program(s).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596092B-28C7-44D1-B902-5437B333DFB7}" type="datetime1">
              <a:rPr lang="en-US" smtClean="0"/>
              <a:t>5/25/2024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76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F5501-EE91-4443-9D3B-24E6F28D34E2}" type="datetime1">
              <a:rPr lang="en-US" smtClean="0"/>
              <a:t>5/25/2024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705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837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13D6-B8C2-463B-B3F7-C62E098B328E}" type="datetime1">
              <a:rPr lang="en-US" smtClean="0"/>
              <a:t>5/25/2024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99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63420-31EE-4E4B-911C-2601B14D9FDD}" type="datetime1">
              <a:rPr lang="en-US" smtClean="0"/>
              <a:t>5/25/2024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99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986D-86F8-41E6-8CFF-8C91AEF92622}" type="datetime1">
              <a:rPr lang="en-US" smtClean="0"/>
              <a:t>5/25/2024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46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85161-032E-4C6A-8EDA-39D168DF18E4}" type="datetime1">
              <a:rPr lang="en-US" smtClean="0"/>
              <a:t>5/25/2024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605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E6740-E523-48D9-9C4E-6F218E87BAF3}" type="datetime1">
              <a:rPr lang="en-US" smtClean="0"/>
              <a:t>5/25/2024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39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1D4CA-FF09-4CB8-8D51-2613D19A0F2E}" type="datetime1">
              <a:rPr lang="en-US" smtClean="0"/>
              <a:t>5/25/2024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09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779EA-AEA7-43B3-9B65-A77E9A890421}" type="datetime1">
              <a:rPr lang="en-US" smtClean="0"/>
              <a:t>5/25/2024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797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E1E9-8456-43AD-BA28-861520D256B9}" type="datetime1">
              <a:rPr lang="en-US" smtClean="0"/>
              <a:t>5/25/2024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845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1E0C-AAFD-4E63-B3AE-16CD757951F4}" type="datetime1">
              <a:rPr lang="en-US" smtClean="0"/>
              <a:t>5/25/2024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8882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084FF-4715-4B6E-BD22-453621E5873F}" type="datetime1">
              <a:rPr lang="en-US" smtClean="0"/>
              <a:t>5/25/2024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135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37F8D-4DF5-4AB6-A766-5A84B3D74A3B}" type="datetime1">
              <a:rPr lang="en-US" smtClean="0"/>
              <a:t>5/25/2024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6616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3CD1A-162D-40B2-9B22-9056F77C27F2}" type="datetime1">
              <a:rPr lang="en-US" smtClean="0"/>
              <a:t>5/25/2024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57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4200-B1E5-4E39-8279-05DD69810A37}" type="datetime1">
              <a:rPr lang="en-US" smtClean="0"/>
              <a:t>5/25/2024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286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7895-00AC-42E5-9790-7B0E3CE09DF2}" type="datetime1">
              <a:rPr lang="en-US" smtClean="0"/>
              <a:t>5/25/2024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08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A67F1-3EA0-4026-BE6A-31EE4E1B1DB5}" type="datetime1">
              <a:rPr lang="en-US" smtClean="0"/>
              <a:t>5/25/2024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016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sz="4400" dirty="0"/>
              <a:t>Session #6  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Questions on Programming?, Python?</a:t>
            </a:r>
          </a:p>
          <a:p>
            <a:r>
              <a:rPr lang="en-US" sz="3600" i="1" dirty="0"/>
              <a:t>Homework questions?</a:t>
            </a:r>
          </a:p>
          <a:p>
            <a:pPr lvl="1"/>
            <a:r>
              <a:rPr lang="en-US" sz="3600" i="1" dirty="0"/>
              <a:t>Who did it? To easy? To hard?</a:t>
            </a:r>
          </a:p>
          <a:p>
            <a:pPr lvl="1"/>
            <a:r>
              <a:rPr lang="en-US" sz="3600" i="1" dirty="0"/>
              <a:t>Questions on problems</a:t>
            </a:r>
          </a:p>
          <a:p>
            <a:pPr lvl="1"/>
            <a:r>
              <a:rPr lang="en-US" sz="3600" i="1" dirty="0"/>
              <a:t>Long answers in Q/A session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6544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16F68-5C4A-7F5C-A190-25A4D68DB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to Ask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11FE2-B71C-7816-2A60-DDCBAA8A5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/>
              <a:t>Please Ask any question about Programming or Python you are unsure, confused or interested in.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D58BE-BBCC-98BA-FFDD-7D3F1B41A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39EF5-3D0E-1A5E-12B1-FA13FC622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BAEB7-85CF-407D-D73A-B5F48F669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2572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 - Data that stays around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Stream of bytes/characters "on disk"</a:t>
            </a:r>
          </a:p>
          <a:p>
            <a:pPr lvl="1"/>
            <a:r>
              <a:rPr lang="en-US" sz="3400" dirty="0"/>
              <a:t>Formatted or "just characters"</a:t>
            </a:r>
          </a:p>
          <a:p>
            <a:r>
              <a:rPr lang="en-US" sz="3600" dirty="0"/>
              <a:t>Has a File Name</a:t>
            </a:r>
          </a:p>
          <a:p>
            <a:pPr lvl="1"/>
            <a:r>
              <a:rPr lang="en-US" sz="3400" dirty="0"/>
              <a:t>Open File – Create, if new</a:t>
            </a:r>
          </a:p>
          <a:p>
            <a:pPr lvl="1"/>
            <a:r>
              <a:rPr lang="en-US" sz="3400" dirty="0"/>
              <a:t>Read / Write sequentially</a:t>
            </a:r>
          </a:p>
          <a:p>
            <a:pPr lvl="1"/>
            <a:r>
              <a:rPr lang="en-US" sz="3400" dirty="0"/>
              <a:t>Close File</a:t>
            </a:r>
          </a:p>
          <a:p>
            <a:endParaRPr lang="en-US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8971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 – Reading – older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0393"/>
            <a:ext cx="9381066" cy="4530969"/>
          </a:xfrm>
        </p:spPr>
        <p:txBody>
          <a:bodyPr>
            <a:normAutofit fontScale="92500" lnSpcReduction="10000"/>
          </a:bodyPr>
          <a:lstStyle/>
          <a:p>
            <a:pPr marL="400050" lvl="1" indent="0">
              <a:buNone/>
            </a:pPr>
            <a:r>
              <a:rPr lang="en-US" sz="34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exercises/files/read_file_old.py</a:t>
            </a:r>
          </a:p>
          <a:p>
            <a:pPr marL="400050" lvl="1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file_name = </a:t>
            </a:r>
            <a:r>
              <a:rPr lang="en-US" sz="3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"my_data.txt"</a:t>
            </a:r>
          </a:p>
          <a:p>
            <a:pPr marL="400050" lvl="1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finp = </a:t>
            </a:r>
            <a:r>
              <a:rPr lang="en-US" sz="3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(file_name)</a:t>
            </a:r>
          </a:p>
          <a:p>
            <a:pPr marL="400050" lvl="1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line_no = 0         # Keep track of line</a:t>
            </a:r>
          </a:p>
          <a:p>
            <a:pPr marL="400050" lvl="1" indent="0">
              <a:buNone/>
            </a:pPr>
            <a:r>
              <a:rPr lang="en-US" sz="3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line </a:t>
            </a:r>
            <a:r>
              <a:rPr lang="en-US" sz="3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finp:</a:t>
            </a:r>
          </a:p>
          <a:p>
            <a:pPr marL="400050" lvl="1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   line_no += 1    # Bump each line</a:t>
            </a:r>
          </a:p>
          <a:p>
            <a:pPr marL="400050" lvl="1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3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(line_no,line, end="")</a:t>
            </a:r>
          </a:p>
          <a:p>
            <a:endParaRPr lang="en-US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4441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 – Reading – newer – with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0393"/>
            <a:ext cx="9381066" cy="4530969"/>
          </a:xfrm>
        </p:spPr>
        <p:txBody>
          <a:bodyPr>
            <a:normAutofit fontScale="92500"/>
          </a:bodyPr>
          <a:lstStyle/>
          <a:p>
            <a:pPr marL="400050" lvl="1" indent="0">
              <a:buNone/>
            </a:pPr>
            <a:r>
              <a:rPr lang="en-US" sz="34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exercises/files/read_file.py</a:t>
            </a:r>
          </a:p>
          <a:p>
            <a:pPr marL="400050" lvl="1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file_name = </a:t>
            </a:r>
            <a:r>
              <a:rPr lang="en-US" sz="3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"my_data.txt"</a:t>
            </a:r>
          </a:p>
          <a:p>
            <a:pPr marL="400050" lvl="1" indent="0">
              <a:buNone/>
            </a:pPr>
            <a:r>
              <a:rPr lang="en-US" sz="34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(file_name) </a:t>
            </a:r>
            <a:r>
              <a:rPr lang="en-US" sz="3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finp:</a:t>
            </a:r>
          </a:p>
          <a:p>
            <a:pPr marL="400050" lvl="1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   line_no = 0     </a:t>
            </a:r>
            <a:r>
              <a:rPr lang="en-US" sz="34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Keep track</a:t>
            </a:r>
          </a:p>
          <a:p>
            <a:pPr marL="400050" lvl="1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34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line </a:t>
            </a:r>
            <a:r>
              <a:rPr lang="en-US" sz="34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finp:</a:t>
            </a:r>
          </a:p>
          <a:p>
            <a:pPr marL="400050" lvl="1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line_no += 1  </a:t>
            </a:r>
            <a:r>
              <a:rPr lang="en-US" sz="34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#Bump count</a:t>
            </a:r>
          </a:p>
          <a:p>
            <a:pPr marL="400050" lvl="1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34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(line_no, line, end="")</a:t>
            </a:r>
          </a:p>
          <a:p>
            <a:endParaRPr lang="en-US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5137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 – Creating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87837"/>
            <a:ext cx="11072707" cy="4553525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Be careful with names - don't clobber work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exercises/files/create_file.py</a:t>
            </a:r>
          </a:p>
          <a:p>
            <a:pPr marL="0" indent="0">
              <a:buNone/>
            </a:pPr>
            <a:endParaRPr lang="en-US" sz="32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with open(</a:t>
            </a:r>
            <a:r>
              <a:rPr lang="en-US" sz="3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"new_data.txt", "w"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) as fout: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n in range(1,5+1):</a:t>
            </a:r>
          </a:p>
          <a:p>
            <a:pPr marL="1714500" lvl="4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print(f</a:t>
            </a:r>
            <a:r>
              <a:rPr lang="en-US" sz="3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"line {n}")         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					   print(f</a:t>
            </a:r>
            <a:r>
              <a:rPr lang="en-US" sz="3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"line {n}"</a:t>
            </a:r>
            <a:r>
              <a:rPr lang="en-US" sz="3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2171700" lvl="5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						file=fout)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7904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onfetti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 – continued –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815965" cy="38807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dirty="0"/>
              <a:t>Create your own two examples (in my_work/)</a:t>
            </a:r>
          </a:p>
          <a:p>
            <a:pPr lvl="1"/>
            <a:r>
              <a:rPr lang="en-US" sz="3400" dirty="0"/>
              <a:t>1. Write example: create_file.py</a:t>
            </a:r>
          </a:p>
          <a:p>
            <a:pPr lvl="2"/>
            <a:r>
              <a:rPr lang="en-US" sz="3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Write program and run</a:t>
            </a:r>
          </a:p>
          <a:p>
            <a:pPr lvl="1"/>
            <a:r>
              <a:rPr lang="en-US" sz="3400" dirty="0"/>
              <a:t>2. Read example: read_file.py</a:t>
            </a:r>
          </a:p>
          <a:p>
            <a:pPr lvl="2"/>
            <a:r>
              <a:rPr lang="en-US" sz="3200" dirty="0"/>
              <a:t>Hint: save create_file.py as read_file.py and change </a:t>
            </a:r>
          </a:p>
          <a:p>
            <a:pPr lvl="2"/>
            <a:r>
              <a:rPr lang="en-US" sz="3200" dirty="0"/>
              <a:t>open mode: </a:t>
            </a:r>
            <a:r>
              <a:rPr lang="en-US" sz="3200" dirty="0">
                <a:sym typeface="Wingdings" panose="05000000000000000000" pitchFamily="2" charset="2"/>
              </a:rPr>
              <a:t></a:t>
            </a:r>
            <a:r>
              <a:rPr lang="en-US" sz="3200" dirty="0"/>
              <a:t>"r",  foutp</a:t>
            </a:r>
            <a:r>
              <a:rPr lang="en-US" sz="3200" dirty="0">
                <a:sym typeface="Wingdings" panose="05000000000000000000" pitchFamily="2" charset="2"/>
              </a:rPr>
              <a:t></a:t>
            </a:r>
            <a:r>
              <a:rPr lang="en-US" sz="3200" dirty="0"/>
              <a:t>finp,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4030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EDE2B-78FC-402B-905B-CCC5BF0FE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5340"/>
          </a:xfrm>
        </p:spPr>
        <p:txBody>
          <a:bodyPr/>
          <a:lstStyle/>
          <a:p>
            <a:r>
              <a:rPr lang="en-US" dirty="0"/>
              <a:t>File Search – Notebook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F0260-BC2C-4CCB-9358-A15130A1A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24941"/>
            <a:ext cx="8923866" cy="4616422"/>
          </a:xfrm>
        </p:spPr>
        <p:txBody>
          <a:bodyPr>
            <a:noAutofit/>
          </a:bodyPr>
          <a:lstStyle/>
          <a:p>
            <a:r>
              <a:rPr lang="en-US" sz="3200" dirty="0"/>
              <a:t>exercises/files/notes/</a:t>
            </a:r>
          </a:p>
          <a:p>
            <a:pPr lvl="1"/>
            <a:r>
              <a:rPr lang="en-US" sz="3200" dirty="0"/>
              <a:t>notes.py </a:t>
            </a:r>
            <a:r>
              <a:rPr lang="en-US" sz="3200" dirty="0">
                <a:solidFill>
                  <a:srgbClr val="00B0F0"/>
                </a:solidFill>
              </a:rPr>
              <a:t>– just the outline/plan</a:t>
            </a:r>
          </a:p>
          <a:p>
            <a:pPr lvl="1"/>
            <a:r>
              <a:rPr lang="en-US" sz="3200" dirty="0"/>
              <a:t>notes_1.py </a:t>
            </a:r>
            <a:r>
              <a:rPr lang="en-US" sz="3200" dirty="0">
                <a:solidFill>
                  <a:srgbClr val="00B0F0"/>
                </a:solidFill>
              </a:rPr>
              <a:t>– just print file lines</a:t>
            </a:r>
          </a:p>
          <a:p>
            <a:pPr lvl="1"/>
            <a:r>
              <a:rPr lang="en-US" sz="3200" dirty="0"/>
              <a:t>notes_2.py </a:t>
            </a:r>
            <a:r>
              <a:rPr lang="en-US" sz="3200" dirty="0">
                <a:solidFill>
                  <a:srgbClr val="00B0F0"/>
                </a:solidFill>
              </a:rPr>
              <a:t>– print lines containing pattern</a:t>
            </a:r>
          </a:p>
          <a:p>
            <a:pPr lvl="1"/>
            <a:r>
              <a:rPr lang="en-US" sz="3200" dirty="0"/>
              <a:t>notes_2b.py </a:t>
            </a:r>
            <a:r>
              <a:rPr lang="en-US" sz="3200" dirty="0">
                <a:solidFill>
                  <a:srgbClr val="00B0F0"/>
                </a:solidFill>
              </a:rPr>
              <a:t>– ignore case (Jim, </a:t>
            </a:r>
            <a:r>
              <a:rPr lang="en-US" sz="3200" dirty="0" err="1">
                <a:solidFill>
                  <a:srgbClr val="00B0F0"/>
                </a:solidFill>
              </a:rPr>
              <a:t>jim</a:t>
            </a:r>
            <a:r>
              <a:rPr lang="en-US" sz="3200" dirty="0">
                <a:solidFill>
                  <a:srgbClr val="00B0F0"/>
                </a:solidFill>
              </a:rPr>
              <a:t>, JIM all match)</a:t>
            </a:r>
          </a:p>
          <a:p>
            <a:pPr lvl="1"/>
            <a:r>
              <a:rPr lang="en-US" sz="3200" dirty="0"/>
              <a:t>notes_3, 4,… </a:t>
            </a:r>
            <a:r>
              <a:rPr lang="en-US" sz="3200" dirty="0">
                <a:solidFill>
                  <a:srgbClr val="00B0F0"/>
                </a:solidFill>
              </a:rPr>
              <a:t>- more extensions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22F1F-9D8A-41D0-B6BC-D5CD1E378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5/25/2024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71C0D-DC6D-48F2-8285-8EF644D57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7AEAD-B4FF-4FA4-81F8-7FD86F00E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138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892" y="2723015"/>
            <a:ext cx="8596668" cy="1320800"/>
          </a:xfrm>
        </p:spPr>
        <p:txBody>
          <a:bodyPr>
            <a:normAutofit/>
          </a:bodyPr>
          <a:lstStyle/>
          <a:p>
            <a:r>
              <a:rPr lang="en-US" sz="6600" dirty="0"/>
              <a:t>Question and Answer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5/25/2024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01131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4119</TotalTime>
  <Words>816</Words>
  <Application>Microsoft Office PowerPoint</Application>
  <PresentationFormat>Widescreen</PresentationFormat>
  <Paragraphs>126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Courier New</vt:lpstr>
      <vt:lpstr>Tahoma</vt:lpstr>
      <vt:lpstr>Trebuchet MS</vt:lpstr>
      <vt:lpstr>Wingdings</vt:lpstr>
      <vt:lpstr>Wingdings 3</vt:lpstr>
      <vt:lpstr>Facet</vt:lpstr>
      <vt:lpstr>Session #6   Files</vt:lpstr>
      <vt:lpstr>Time to Ask Questions</vt:lpstr>
      <vt:lpstr>Files - Data that stays around</vt:lpstr>
      <vt:lpstr>Files – Reading – older way</vt:lpstr>
      <vt:lpstr>Files – Reading – newer – with context</vt:lpstr>
      <vt:lpstr>Files – Creating</vt:lpstr>
      <vt:lpstr>Files – continued – Exercises</vt:lpstr>
      <vt:lpstr>File Search – Notebook example</vt:lpstr>
      <vt:lpstr>Question and Answer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#5   Files</dc:title>
  <dc:creator>Charles Smith</dc:creator>
  <cp:lastModifiedBy>Charles Smith</cp:lastModifiedBy>
  <cp:revision>21</cp:revision>
  <dcterms:created xsi:type="dcterms:W3CDTF">2021-08-10T18:56:35Z</dcterms:created>
  <dcterms:modified xsi:type="dcterms:W3CDTF">2024-05-26T00:24:44Z</dcterms:modified>
</cp:coreProperties>
</file>