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41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6" autoAdjust="0"/>
    <p:restoredTop sz="94660"/>
  </p:normalViewPr>
  <p:slideViewPr>
    <p:cSldViewPr snapToGrid="0">
      <p:cViewPr varScale="1">
        <p:scale>
          <a:sx n="73" d="100"/>
          <a:sy n="73" d="100"/>
        </p:scale>
        <p:origin x="60" y="8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6D2E9F-587F-4929-A615-D1B22C008AE4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4D4E80-AAF7-4841-B2F0-A647B649A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08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previous iteration as a start to the next.</a:t>
            </a:r>
          </a:p>
          <a:p>
            <a:r>
              <a:rPr lang="en-US" dirty="0"/>
              <a:t>I'll go around and watch.</a:t>
            </a:r>
          </a:p>
          <a:p>
            <a:r>
              <a:rPr lang="en-US" dirty="0"/>
              <a:t>Raise had if a question.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4995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F5501-EE91-4443-9D3B-24E6F28D34E2}" type="datetime1">
              <a:rPr lang="en-US" smtClean="0"/>
              <a:t>8/13/2024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705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8/13/2024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837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13D6-B8C2-463B-B3F7-C62E098B328E}" type="datetime1">
              <a:rPr lang="en-US" smtClean="0"/>
              <a:t>8/13/2024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994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63420-31EE-4E4B-911C-2601B14D9FDD}" type="datetime1">
              <a:rPr lang="en-US" smtClean="0"/>
              <a:t>8/13/2024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997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8986D-86F8-41E6-8CFF-8C91AEF92622}" type="datetime1">
              <a:rPr lang="en-US" smtClean="0"/>
              <a:t>8/13/2024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946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85161-032E-4C6A-8EDA-39D168DF18E4}" type="datetime1">
              <a:rPr lang="en-US" smtClean="0"/>
              <a:t>8/13/2024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605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E6740-E523-48D9-9C4E-6F218E87BAF3}" type="datetime1">
              <a:rPr lang="en-US" smtClean="0"/>
              <a:t>8/13/2024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390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1D4CA-FF09-4CB8-8D51-2613D19A0F2E}" type="datetime1">
              <a:rPr lang="en-US" smtClean="0"/>
              <a:t>8/13/2024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094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779EA-AEA7-43B3-9B65-A77E9A890421}" type="datetime1">
              <a:rPr lang="en-US" smtClean="0"/>
              <a:t>8/13/2024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797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E1E9-8456-43AD-BA28-861520D256B9}" type="datetime1">
              <a:rPr lang="en-US" smtClean="0"/>
              <a:t>8/13/2024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845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31E0C-AAFD-4E63-B3AE-16CD757951F4}" type="datetime1">
              <a:rPr lang="en-US" smtClean="0"/>
              <a:t>8/13/2024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788823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084FF-4715-4B6E-BD22-453621E5873F}" type="datetime1">
              <a:rPr lang="en-US" smtClean="0"/>
              <a:t>8/13/2024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1354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37F8D-4DF5-4AB6-A766-5A84B3D74A3B}" type="datetime1">
              <a:rPr lang="en-US" smtClean="0"/>
              <a:t>8/13/2024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966167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3CD1A-162D-40B2-9B22-9056F77C27F2}" type="datetime1">
              <a:rPr lang="en-US" smtClean="0"/>
              <a:t>8/13/2024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573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E4200-B1E5-4E39-8279-05DD69810A37}" type="datetime1">
              <a:rPr lang="en-US" smtClean="0"/>
              <a:t>8/13/2024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2861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F7895-00AC-42E5-9790-7B0E3CE09DF2}" type="datetime1">
              <a:rPr lang="en-US" smtClean="0"/>
              <a:t>8/13/2024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08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9A67F1-3EA0-4026-BE6A-31EE4E1B1DB5}" type="datetime1">
              <a:rPr lang="en-US" smtClean="0"/>
              <a:t>8/13/2024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016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0694-AA7F-451B-A875-1D23D1FDBA32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pPr algn="ctr"/>
            <a:r>
              <a:rPr lang="en-US" sz="4400" dirty="0"/>
              <a:t>More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115FD-141E-48C6-A3F1-61C4558CC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Questions on Programming?, Python?</a:t>
            </a:r>
          </a:p>
          <a:p>
            <a:r>
              <a:rPr lang="en-US" sz="3600" dirty="0"/>
              <a:t>Where to go now?</a:t>
            </a:r>
          </a:p>
          <a:p>
            <a:r>
              <a:rPr lang="en-US" sz="3600" dirty="0"/>
              <a:t>How?</a:t>
            </a:r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EE2F-E3E9-437B-AFAE-1E0C5C94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04EE-5AD0-4A57-A42E-AE62E411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C448-36A8-43E6-A891-6E42F22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654422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60</Words>
  <Application>Microsoft Office PowerPoint</Application>
  <PresentationFormat>Widescreen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Trebuchet MS</vt:lpstr>
      <vt:lpstr>Wingdings 3</vt:lpstr>
      <vt:lpstr>Facet</vt:lpstr>
      <vt:lpstr>More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#5   Files</dc:title>
  <dc:creator>Charles Smith</dc:creator>
  <cp:lastModifiedBy>Charles Smith</cp:lastModifiedBy>
  <cp:revision>5</cp:revision>
  <dcterms:created xsi:type="dcterms:W3CDTF">2021-08-10T18:56:35Z</dcterms:created>
  <dcterms:modified xsi:type="dcterms:W3CDTF">2024-08-13T18:31:25Z</dcterms:modified>
</cp:coreProperties>
</file>